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32"/>
    <p:restoredTop sz="94665"/>
  </p:normalViewPr>
  <p:slideViewPr>
    <p:cSldViewPr snapToGrid="0">
      <p:cViewPr>
        <p:scale>
          <a:sx n="110" d="100"/>
          <a:sy n="110" d="100"/>
        </p:scale>
        <p:origin x="68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DBB21-75CB-76AC-120B-8E84B97AF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CD56A-CCA1-1D44-27E3-26B3CB841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E9FF1-F4F1-54E0-8934-6F547BE0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E4029-E46C-1BB6-D510-A5A63BEA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C473B-6459-87E8-08B8-529F9CDB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7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2EE2-D1CF-6DF6-C208-FA01C6A8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C1026-F454-3B24-BEF8-5FF733E20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2AEE-01F2-535C-C163-73CBA333F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7DC3C-1D56-80ED-1F7B-569B9238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20412-BA5F-41AB-A4C7-35DC32EF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4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E17B-28EB-B4C0-AC89-B6D4FDE7D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49A51-94DB-0893-A94B-F5D529293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AEE05-A1B8-87E8-5044-CF9AFF21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1A98F-4A61-E376-DDDE-8CB61449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EA029-98F9-6772-4F36-55479EB3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8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39443-5751-F8FB-B9EE-DAB84ED13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01102-5190-6EB5-1F48-A1A607DA2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65271-36C4-AD2C-1069-4ADA5947A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64705-C59C-F48E-F5EA-57BC5A3FE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2B06B-1A9D-D136-FE39-0F211F7C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71DBB-71E1-6907-9805-CD56E5089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5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34BF6-7C2F-3683-B59F-61A48CE0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48443-1B93-EF94-3F6E-C5C45B964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5B08C-9515-6062-8517-447293D5C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E9A07E-B146-0A47-92E4-1D4F3372F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F6C36-F11B-5C0E-A4C4-832F4D999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E401A-3A0D-64DF-95CD-E85EF4FB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C6B54F-24D4-8EBD-5289-9B1A5D4A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97199-B6CB-7D3C-4D9B-21D62DFF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7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5A01-051B-FDB5-593A-410BEAF6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E32314-B353-D21C-1F7D-939AB96A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23B7A-36DB-D945-A8F9-A209120D7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8E0C3-BCEF-7213-6DC3-204D13F6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8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7E32B6-87DB-DDA3-7625-A7A906EC3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5AA8D-F2F9-A57D-E853-AA8755D0A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3C034-375E-2CCA-AA66-8EBB2E02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39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8154-411C-AD89-8D23-268AAA28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E9DF3-AE98-FD9A-367C-7845452DE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59BA7-50FC-EC15-143E-BD301730B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E9F46-4042-5234-9BFD-4EE5CC6D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1D162-8947-39D1-E9DB-DAE95AC68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DB1AB-9E16-3F4B-A0EF-ECEAF370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3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CDA5-5C93-0BB2-C806-B84C648F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2BB2C7-E8C3-CE1F-669B-773D5EE2F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D7CCD-ACC3-AD3B-5D66-DA2280CA4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16812-9E4F-E6F2-0A5F-006CB8C60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3B214-3CC0-B487-7875-D8CB8DE1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2D0E5-B4AD-4E64-A6AD-6BCF1C0C6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01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9B68-7252-4B15-1571-D7FF2AC1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6E0D4-6C85-5B18-503E-A62A254D4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E0423-D75E-EBBA-B5AA-332C0466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3F673-22D0-5A90-84BD-D7F9A8BF4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A854B-F9E7-258A-FE24-533D3763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85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06033-1124-4A53-32A6-4829BB1D2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22030-FD3E-5583-33EE-5A9854852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A21F6-6953-B22B-80E1-23CA8BB3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2142B-87C2-5E32-E45D-5CC8650A7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CDD53-054B-D8B1-3CCF-FDD8EFCDC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23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52FE9D-DD31-2A8F-1F5B-A9716891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D5CBC-9DCE-7793-880A-AC49866F9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328E-F52B-59BD-EEF7-025A8CF30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2350E-BF51-6C41-B0E0-B55BF1CF99B0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002FA-70A4-64E0-D4D5-BB17E2BAF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B3523-2F22-96ED-C709-542924D2C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6242B-3766-914C-9A5D-BC5314C51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3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CE5832-A119-F030-3416-ED90658BD50F}"/>
              </a:ext>
            </a:extLst>
          </p:cNvPr>
          <p:cNvSpPr/>
          <p:nvPr/>
        </p:nvSpPr>
        <p:spPr>
          <a:xfrm>
            <a:off x="1618526" y="1216716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Agent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56A59-824D-D659-398F-26BE4BA18556}"/>
              </a:ext>
            </a:extLst>
          </p:cNvPr>
          <p:cNvSpPr/>
          <p:nvPr/>
        </p:nvSpPr>
        <p:spPr>
          <a:xfrm>
            <a:off x="4946844" y="817862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LLM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D53943-F466-72C2-9C82-7BAD7EB55C47}"/>
              </a:ext>
            </a:extLst>
          </p:cNvPr>
          <p:cNvSpPr/>
          <p:nvPr/>
        </p:nvSpPr>
        <p:spPr>
          <a:xfrm>
            <a:off x="236797" y="2313361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Multi-Turn Session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7F7EDC-0FFA-7BB1-8FD3-350D6DA6D592}"/>
              </a:ext>
            </a:extLst>
          </p:cNvPr>
          <p:cNvSpPr/>
          <p:nvPr/>
        </p:nvSpPr>
        <p:spPr>
          <a:xfrm>
            <a:off x="1136965" y="3825171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1E55D8-4FA0-AD74-A57C-17976C142150}"/>
              </a:ext>
            </a:extLst>
          </p:cNvPr>
          <p:cNvSpPr/>
          <p:nvPr/>
        </p:nvSpPr>
        <p:spPr>
          <a:xfrm>
            <a:off x="3775017" y="1668231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Tools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E4447C-F04A-DC41-B2A0-536A5B00D75D}"/>
              </a:ext>
            </a:extLst>
          </p:cNvPr>
          <p:cNvSpPr/>
          <p:nvPr/>
        </p:nvSpPr>
        <p:spPr>
          <a:xfrm>
            <a:off x="6148314" y="467106"/>
            <a:ext cx="1381729" cy="6323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LLM Framework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D29BF3-4E1A-C4DB-56D6-22E992E7D8EB}"/>
              </a:ext>
            </a:extLst>
          </p:cNvPr>
          <p:cNvSpPr/>
          <p:nvPr/>
        </p:nvSpPr>
        <p:spPr>
          <a:xfrm>
            <a:off x="1963594" y="2796606"/>
            <a:ext cx="1381729" cy="6323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Context Eng. Framework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E00C97-5321-58FA-C401-1991F7A5E798}"/>
              </a:ext>
            </a:extLst>
          </p:cNvPr>
          <p:cNvSpPr/>
          <p:nvPr/>
        </p:nvSpPr>
        <p:spPr>
          <a:xfrm>
            <a:off x="3775018" y="2508400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Tasks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3A9666-9E73-7B09-F90C-4634261A0631}"/>
              </a:ext>
            </a:extLst>
          </p:cNvPr>
          <p:cNvSpPr/>
          <p:nvPr/>
        </p:nvSpPr>
        <p:spPr>
          <a:xfrm>
            <a:off x="206413" y="331812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Copilot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99B6BB-38C7-BF8F-B6E0-A131FBB6C9D0}"/>
              </a:ext>
            </a:extLst>
          </p:cNvPr>
          <p:cNvSpPr/>
          <p:nvPr/>
        </p:nvSpPr>
        <p:spPr>
          <a:xfrm>
            <a:off x="1618526" y="349891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Semi Autonomous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240CA3-958B-024A-D827-D6578DAF25CA}"/>
              </a:ext>
            </a:extLst>
          </p:cNvPr>
          <p:cNvSpPr/>
          <p:nvPr/>
        </p:nvSpPr>
        <p:spPr>
          <a:xfrm>
            <a:off x="3054509" y="349891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Autonomous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BB7893-0B82-FBA1-E2FA-9B2C969D9996}"/>
              </a:ext>
            </a:extLst>
          </p:cNvPr>
          <p:cNvSpPr/>
          <p:nvPr/>
        </p:nvSpPr>
        <p:spPr>
          <a:xfrm>
            <a:off x="4946845" y="3413564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Episodic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C82ACB-59F0-0501-A539-1F97EB539B1B}"/>
              </a:ext>
            </a:extLst>
          </p:cNvPr>
          <p:cNvSpPr/>
          <p:nvPr/>
        </p:nvSpPr>
        <p:spPr>
          <a:xfrm>
            <a:off x="3223306" y="4143885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Memory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042037-1A39-51E3-97DC-17898BBAB178}"/>
              </a:ext>
            </a:extLst>
          </p:cNvPr>
          <p:cNvCxnSpPr>
            <a:cxnSpLocks/>
            <a:stCxn id="4" idx="1"/>
            <a:endCxn id="14" idx="2"/>
          </p:cNvCxnSpPr>
          <p:nvPr/>
        </p:nvCxnSpPr>
        <p:spPr>
          <a:xfrm flipH="1" flipV="1">
            <a:off x="897278" y="964206"/>
            <a:ext cx="721248" cy="568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4C6BAB-9CF8-D4BB-EBEC-34481D4739F8}"/>
              </a:ext>
            </a:extLst>
          </p:cNvPr>
          <p:cNvCxnSpPr>
            <a:cxnSpLocks/>
            <a:stCxn id="4" idx="0"/>
            <a:endCxn id="17" idx="2"/>
          </p:cNvCxnSpPr>
          <p:nvPr/>
        </p:nvCxnSpPr>
        <p:spPr>
          <a:xfrm flipV="1">
            <a:off x="2309391" y="982285"/>
            <a:ext cx="0" cy="234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D439994-2FDB-DBF6-D201-B0D1BA29568E}"/>
              </a:ext>
            </a:extLst>
          </p:cNvPr>
          <p:cNvCxnSpPr>
            <a:cxnSpLocks/>
            <a:stCxn id="4" idx="3"/>
            <a:endCxn id="18" idx="2"/>
          </p:cNvCxnSpPr>
          <p:nvPr/>
        </p:nvCxnSpPr>
        <p:spPr>
          <a:xfrm flipV="1">
            <a:off x="3000255" y="982285"/>
            <a:ext cx="745119" cy="550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6C2970B-58D6-DA9A-28A1-0EA813B43306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897278" y="964206"/>
            <a:ext cx="30384" cy="1349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A7803F12-0D0E-C6BF-7557-2CF0A441F808}"/>
              </a:ext>
            </a:extLst>
          </p:cNvPr>
          <p:cNvSpPr/>
          <p:nvPr/>
        </p:nvSpPr>
        <p:spPr>
          <a:xfrm>
            <a:off x="4966136" y="4143885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Short Term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66B800A-6B1D-3D82-28D2-34113760F106}"/>
              </a:ext>
            </a:extLst>
          </p:cNvPr>
          <p:cNvSpPr/>
          <p:nvPr/>
        </p:nvSpPr>
        <p:spPr>
          <a:xfrm>
            <a:off x="4966136" y="4838942"/>
            <a:ext cx="1381729" cy="632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Long Term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ACF29F9-F647-31BA-2781-63700DF7158E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3000255" y="1532913"/>
            <a:ext cx="774762" cy="4515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A4F9B02-808B-9FC6-A217-8EC323FD42EB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3000255" y="1532913"/>
            <a:ext cx="774763" cy="1291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2A02AB5-0FDA-2383-5FE8-B735B3AB591C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 flipV="1">
            <a:off x="4605035" y="3729761"/>
            <a:ext cx="341810" cy="730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3E300D8-FE28-7630-D41A-164B6E2D7132}"/>
              </a:ext>
            </a:extLst>
          </p:cNvPr>
          <p:cNvCxnSpPr>
            <a:cxnSpLocks/>
            <a:stCxn id="20" idx="3"/>
            <a:endCxn id="57" idx="1"/>
          </p:cNvCxnSpPr>
          <p:nvPr/>
        </p:nvCxnSpPr>
        <p:spPr>
          <a:xfrm>
            <a:off x="4605035" y="4460082"/>
            <a:ext cx="361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E10B514-DE41-346D-50D2-FFD7933727B8}"/>
              </a:ext>
            </a:extLst>
          </p:cNvPr>
          <p:cNvCxnSpPr>
            <a:cxnSpLocks/>
            <a:stCxn id="20" idx="3"/>
            <a:endCxn id="58" idx="1"/>
          </p:cNvCxnSpPr>
          <p:nvPr/>
        </p:nvCxnSpPr>
        <p:spPr>
          <a:xfrm>
            <a:off x="4605035" y="4460082"/>
            <a:ext cx="361101" cy="695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A1C5595-6F5C-1689-F30E-838923A8A4CE}"/>
              </a:ext>
            </a:extLst>
          </p:cNvPr>
          <p:cNvGrpSpPr/>
          <p:nvPr/>
        </p:nvGrpSpPr>
        <p:grpSpPr>
          <a:xfrm>
            <a:off x="7584300" y="2395561"/>
            <a:ext cx="3997617" cy="3443065"/>
            <a:chOff x="7299274" y="2722996"/>
            <a:chExt cx="3223903" cy="274834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7B29AAB-744E-7B5A-A84E-86628907C95C}"/>
                </a:ext>
              </a:extLst>
            </p:cNvPr>
            <p:cNvSpPr/>
            <p:nvPr/>
          </p:nvSpPr>
          <p:spPr>
            <a:xfrm>
              <a:off x="8055373" y="3097367"/>
              <a:ext cx="968089" cy="46060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Embedding Model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599772-92AF-394B-500D-C9B88DD428D2}"/>
                </a:ext>
              </a:extLst>
            </p:cNvPr>
            <p:cNvSpPr/>
            <p:nvPr/>
          </p:nvSpPr>
          <p:spPr>
            <a:xfrm>
              <a:off x="8097878" y="3697213"/>
              <a:ext cx="968089" cy="46060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Vector Store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5ED2FE-1647-D387-97CA-558EDFCE93F3}"/>
                </a:ext>
              </a:extLst>
            </p:cNvPr>
            <p:cNvSpPr/>
            <p:nvPr/>
          </p:nvSpPr>
          <p:spPr>
            <a:xfrm>
              <a:off x="8106787" y="4317229"/>
              <a:ext cx="968089" cy="46060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Graph DB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1621667-EB89-5B2F-6E98-CC05D9DA8DFC}"/>
                </a:ext>
              </a:extLst>
            </p:cNvPr>
            <p:cNvSpPr/>
            <p:nvPr/>
          </p:nvSpPr>
          <p:spPr>
            <a:xfrm>
              <a:off x="7299274" y="2722996"/>
              <a:ext cx="3223903" cy="27483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75427D26-4C1C-DD5C-6303-ACAA7C0AF1EE}"/>
              </a:ext>
            </a:extLst>
          </p:cNvPr>
          <p:cNvSpPr/>
          <p:nvPr/>
        </p:nvSpPr>
        <p:spPr>
          <a:xfrm>
            <a:off x="9986630" y="3828573"/>
            <a:ext cx="1200424" cy="5770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 Store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73A757A-7EFB-08FB-096F-81F03EB5AE7E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 flipH="1">
            <a:off x="1827830" y="3429000"/>
            <a:ext cx="826629" cy="396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44D6A22-11A1-1B7D-91DC-BE12806DB0C6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2654459" y="3429000"/>
            <a:ext cx="1259712" cy="714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7D57FC4-612C-2150-0866-23239A18E1CA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>
            <a:off x="927662" y="2945755"/>
            <a:ext cx="209303" cy="1195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E3974D4-BBCE-51DC-F4E4-A913AE28FEF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000255" y="1134059"/>
            <a:ext cx="1946589" cy="398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63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ata flow&#10;&#10;AI-generated content may be incorrect.">
            <a:extLst>
              <a:ext uri="{FF2B5EF4-FFF2-40B4-BE49-F238E27FC236}">
                <a16:creationId xmlns:a16="http://schemas.microsoft.com/office/drawing/2014/main" id="{405991E4-4AE5-8061-5930-D3BCF57AD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9" y="0"/>
            <a:ext cx="12037671" cy="6560529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FB73DD1B-A1CD-ED0B-62A3-07E9060A20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826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7E2AF5-DC67-2BF2-7FBA-0335F30B0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49850" cy="662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84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31</Words>
  <Application>Microsoft Macintosh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Chuck Russell</dc:creator>
  <cp:lastModifiedBy>Chuck Russell</cp:lastModifiedBy>
  <cp:revision>1</cp:revision>
  <dcterms:created xsi:type="dcterms:W3CDTF">2025-12-30T02:08:56Z</dcterms:created>
  <dcterms:modified xsi:type="dcterms:W3CDTF">2025-12-30T19:39:15Z</dcterms:modified>
</cp:coreProperties>
</file>