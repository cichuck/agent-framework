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66"/>
    <p:restoredTop sz="94673"/>
  </p:normalViewPr>
  <p:slideViewPr>
    <p:cSldViewPr snapToGrid="0">
      <p:cViewPr varScale="1">
        <p:scale>
          <a:sx n="74" d="100"/>
          <a:sy n="74" d="100"/>
        </p:scale>
        <p:origin x="200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44AF-CF8E-F6E3-0CD7-72F4308CF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8E3172-952E-32D5-F2C9-6433F6DB3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F9A3E-83CC-C1D3-3DC5-2CA274000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4735-BC90-8345-AB08-69651A8EBA0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56435-DE9B-1067-DC81-28A4A9F5A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0A361-183B-F0B0-C5D5-6ED0FC74B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1CC96-8968-A64D-884C-C6E31E3FC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08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DE1EF-019F-0896-F9F9-D4E865CED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8C174-C396-EA8C-956A-84C83D639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1EDD6-30C1-678C-C85C-68BD6634F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4735-BC90-8345-AB08-69651A8EBA0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52805-F8A7-A888-E8F6-419E6992E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B81F8-DA9F-A7BA-342D-87B865F47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1CC96-8968-A64D-884C-C6E31E3FC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39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9EC01-4E19-1500-4CBC-1EB8AF5BF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CCEB9-8C63-EFF6-E896-E32D2C635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623CA-B38C-33F5-973D-6EA0CCB60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4735-BC90-8345-AB08-69651A8EBA0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D8182-CBE0-C2F5-7FFD-D5ABA5A6B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F5BA5-B197-3E22-B6FA-90C0564E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1CC96-8968-A64D-884C-C6E31E3FC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08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F973F-B7CD-0EBE-F574-5F00E8882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261E0-0AA0-2121-0BA5-E8A589EAA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58D7E8-8EF9-91AA-AC62-44D0048C2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1C7B7A-202F-18DD-EE47-D1C0BA470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4735-BC90-8345-AB08-69651A8EBA0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B3D8A-B349-8031-BCBC-73CB8144F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66E43-B4DD-9BEE-3E56-47E7FFC7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1CC96-8968-A64D-884C-C6E31E3FC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933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E7C4D-0250-42FF-EA82-4D3E0FCAF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45E98-F0B8-1A38-1FC0-C8526864B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1CF3D-D53A-029B-4667-1C24F8EE5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6FAC05-7E9C-051D-B3F4-547C4E49F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BEF0EF-D928-E351-A365-07EDE552E5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EE04CA-23DF-87D6-1724-A83495524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4735-BC90-8345-AB08-69651A8EBA0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349EC9-262B-3D96-3ECA-8C93F51E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968707-8CAA-8302-3747-DDFFF87D2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1CC96-8968-A64D-884C-C6E31E3FC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096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438BF-754F-805B-CF65-324EA2FF0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87E750-ED19-482F-8B2B-69DED247B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4735-BC90-8345-AB08-69651A8EBA0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C7C6E3-DBF7-1D31-1441-1AC23DED0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91087-6672-43FA-C418-2BF5AD28A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1CC96-8968-A64D-884C-C6E31E3FC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48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615961-9367-EFDB-6918-12E6CC9B2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4735-BC90-8345-AB08-69651A8EBA0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65D485-F2CC-3AC0-759D-196DC6A8F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2A842-B80E-BD25-2C22-C4A2233F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1CC96-8968-A64D-884C-C6E31E3FC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363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31627-C963-1E2A-9824-3C68C8113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1CBE2-A5CC-B076-38AE-DD7DFDD3D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F787C-7601-F814-2380-59F878C66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E2904-9F19-ABD1-F759-F804AB2B3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4735-BC90-8345-AB08-69651A8EBA0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57876-DEC9-46AC-EAA5-F08F5B7A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7D708-46F0-76E2-6B30-27C8A280E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1CC96-8968-A64D-884C-C6E31E3FC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61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5C9AB-FFFA-C28C-1001-A5E1652F4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2D60AA-EAEB-6F5D-0B29-E9FBFB93DF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8E974-CD79-7950-E475-7B3FDB1EE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592EF-2486-B0B4-C866-4612D885F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4735-BC90-8345-AB08-69651A8EBA0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3F4B9-A952-F772-06D0-2C490476F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36296-F578-384E-C712-5F1F47CE0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1CC96-8968-A64D-884C-C6E31E3FC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87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E242C-918A-6A89-CCA0-A96797BA2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6205E-C215-C73C-B8F0-00EC12E09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0E189-D599-AF5F-07FF-9CA40002D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4735-BC90-8345-AB08-69651A8EBA0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5736C-FE96-F883-9F17-D7F40CB4A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DC9F0-45A4-C2B1-26E0-376D8F5B8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1CC96-8968-A64D-884C-C6E31E3FC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5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0D7ED6-85EA-7BB5-1FBC-BBCBA9A0FA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6765F-9C50-AB6C-B96B-769812C15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FC0D6-1A75-DB82-4127-B7820590F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4735-BC90-8345-AB08-69651A8EBA0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F1D4C-149C-F70B-6E38-4373C7334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116BF-D5FF-3903-7EED-9ADAB05B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1CC96-8968-A64D-884C-C6E31E3FC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92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041FB-7E4C-5EEB-7F06-41FE6CCE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3AE89-BACB-BFF4-7600-005050FD4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F0080-857E-1BC0-FF8D-E00EC3B4F9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F4735-BC90-8345-AB08-69651A8EBA0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DFB99-9797-01BB-F378-C6EA5ED238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A5CA0-A5EE-C237-3669-65E27BAB6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71CC96-8968-A64D-884C-C6E31E3FC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4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067ACF-63B5-7EDF-8871-4721FA0FFCEE}"/>
              </a:ext>
            </a:extLst>
          </p:cNvPr>
          <p:cNvSpPr/>
          <p:nvPr/>
        </p:nvSpPr>
        <p:spPr>
          <a:xfrm>
            <a:off x="724619" y="4932968"/>
            <a:ext cx="11059065" cy="7571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 Area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A49E5D-2A84-C676-9718-730575699833}"/>
              </a:ext>
            </a:extLst>
          </p:cNvPr>
          <p:cNvSpPr/>
          <p:nvPr/>
        </p:nvSpPr>
        <p:spPr>
          <a:xfrm>
            <a:off x="3269411" y="0"/>
            <a:ext cx="8382000" cy="46966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Scrollable Content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10478B-E6D5-3118-DE6D-35C95F4F4684}"/>
              </a:ext>
            </a:extLst>
          </p:cNvPr>
          <p:cNvSpPr txBox="1"/>
          <p:nvPr/>
        </p:nvSpPr>
        <p:spPr>
          <a:xfrm>
            <a:off x="3398808" y="3899140"/>
            <a:ext cx="5641676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Chuck: greetings, let’s test</a:t>
            </a:r>
          </a:p>
          <a:p>
            <a:r>
              <a:rPr lang="en-US" dirty="0"/>
              <a:t>Friday :  Greetings. What would you like to test now?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A6BA84-B151-4C19-9D6A-7756C7755885}"/>
              </a:ext>
            </a:extLst>
          </p:cNvPr>
          <p:cNvSpPr txBox="1"/>
          <p:nvPr/>
        </p:nvSpPr>
        <p:spPr>
          <a:xfrm>
            <a:off x="802256" y="5311523"/>
            <a:ext cx="467551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Chuck: &gt; greeting, let’s test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CAE01D-94CA-0AB0-BC24-76BA86470CED}"/>
              </a:ext>
            </a:extLst>
          </p:cNvPr>
          <p:cNvSpPr/>
          <p:nvPr/>
        </p:nvSpPr>
        <p:spPr>
          <a:xfrm>
            <a:off x="724619" y="0"/>
            <a:ext cx="2415396" cy="469142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WorkSpace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Tree Structure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C5F324-C23E-43BB-BE10-7B0ACDAC7DA9}"/>
              </a:ext>
            </a:extLst>
          </p:cNvPr>
          <p:cNvSpPr/>
          <p:nvPr/>
        </p:nvSpPr>
        <p:spPr>
          <a:xfrm>
            <a:off x="724619" y="5857336"/>
            <a:ext cx="11059065" cy="1000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Status  Area Area (errors/</a:t>
            </a:r>
            <a:r>
              <a:rPr lang="en-US" dirty="0" err="1"/>
              <a:t>waenings</a:t>
            </a:r>
            <a:r>
              <a:rPr lang="en-US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744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40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Chuck Russell</dc:creator>
  <cp:lastModifiedBy>Chuck Russell</cp:lastModifiedBy>
  <cp:revision>1</cp:revision>
  <dcterms:created xsi:type="dcterms:W3CDTF">2026-01-31T18:26:58Z</dcterms:created>
  <dcterms:modified xsi:type="dcterms:W3CDTF">2026-01-31T18:35:45Z</dcterms:modified>
</cp:coreProperties>
</file>